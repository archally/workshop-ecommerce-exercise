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paper. Desired outcomes and proposed work are not measured production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paper. Desired outcomes and proposed work are not measured production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94360" y="411480"/>
            <a:ext cx="10972800" cy="548640"/>
          </a:xfrm>
          <a:prstGeom prst="rect">
            <a:avLst/>
          </a:prstGeom>
          <a:noFill/>
          <a:ln/>
        </p:spPr>
        <p:txBody>
          <a:bodyPr wrap="square" lIns="0" tIns="0" rIns="0" bIns="0" rtlCol="0" anchor="ctr"/>
          <a:lstStyle/>
          <a:p>
            <a:pPr indent="0" marL="0">
              <a:buNone/>
            </a:pPr>
            <a:r>
              <a:rPr lang="en-US" sz="2600" b="1" dirty="0">
                <a:solidFill>
                  <a:srgbClr val="193847"/>
                </a:solidFill>
              </a:rPr>
              <a:t>Registration follow-up</a:t>
            </a:r>
            <a:endParaRPr lang="en-US" sz="2600" dirty="0"/>
          </a:p>
        </p:txBody>
      </p:sp>
      <p:sp>
        <p:nvSpPr>
          <p:cNvPr id="3" name="Text 1"/>
          <p:cNvSpPr/>
          <p:nvPr/>
        </p:nvSpPr>
        <p:spPr>
          <a:xfrm>
            <a:off x="594360" y="1325880"/>
            <a:ext cx="10881360" cy="1325880"/>
          </a:xfrm>
          <a:prstGeom prst="rect">
            <a:avLst/>
          </a:prstGeom>
          <a:noFill/>
          <a:ln/>
        </p:spPr>
        <p:txBody>
          <a:bodyPr wrap="square" lIns="0" tIns="0" rIns="0" bIns="0" rtlCol="0" anchor="t"/>
          <a:lstStyle/>
          <a:p>
            <a:pPr indent="0" marL="0">
              <a:buNone/>
            </a:pPr>
            <a:r>
              <a:rPr lang="en-US" sz="1800" dirty="0">
                <a:solidFill>
                  <a:srgbClr val="23333A"/>
                </a:solidFill>
              </a:rPr>
              <a:t>On 20 September support flagged that registration fabricated postal details. On 25 September the six postal fields became optional and the invented placeholders were removed. Treat the false-address risk as remediated by that change; do not interpret optional addresses as verified delivery addresses.</a:t>
            </a:r>
            <a:endParaRPr lang="en-US" sz="1800" dirty="0"/>
          </a:p>
        </p:txBody>
      </p:sp>
      <p:sp>
        <p:nvSpPr>
          <p:cNvPr id="4" name="Text 2"/>
          <p:cNvSpPr/>
          <p:nvPr/>
        </p:nvSpPr>
        <p:spPr>
          <a:xfrm>
            <a:off x="594360" y="6446520"/>
            <a:ext cx="10881360" cy="182880"/>
          </a:xfrm>
          <a:prstGeom prst="rect">
            <a:avLst/>
          </a:prstGeom>
          <a:noFill/>
          <a:ln/>
        </p:spPr>
        <p:txBody>
          <a:bodyPr wrap="square" lIns="0" tIns="0" rIns="0" bIns="0" rtlCol="0" anchor="ctr"/>
          <a:lstStyle/>
          <a:p>
            <a:pPr indent="0" marL="0">
              <a:buNone/>
            </a:pPr>
            <a:r>
              <a:rPr lang="en-US" sz="1000" dirty="0">
                <a:solidFill>
                  <a:srgbClr val="52646B"/>
                </a:solidFill>
              </a:rPr>
              <a:t>1 / 2    Delivery discussion copy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94360" y="411480"/>
            <a:ext cx="10972800" cy="548640"/>
          </a:xfrm>
          <a:prstGeom prst="rect">
            <a:avLst/>
          </a:prstGeom>
          <a:noFill/>
          <a:ln/>
        </p:spPr>
        <p:txBody>
          <a:bodyPr wrap="square" lIns="0" tIns="0" rIns="0" bIns="0" rtlCol="0" anchor="ctr"/>
          <a:lstStyle/>
          <a:p>
            <a:pPr indent="0" marL="0">
              <a:buNone/>
            </a:pPr>
            <a:r>
              <a:rPr lang="en-US" sz="2600" b="1" dirty="0">
                <a:solidFill>
                  <a:srgbClr val="193847"/>
                </a:solidFill>
              </a:rPr>
              <a:t>Sign-in is only the first part</a:t>
            </a:r>
            <a:endParaRPr lang="en-US" sz="2600" dirty="0"/>
          </a:p>
        </p:txBody>
      </p:sp>
      <p:sp>
        <p:nvSpPr>
          <p:cNvPr id="3" name="Text 1"/>
          <p:cNvSpPr/>
          <p:nvPr/>
        </p:nvSpPr>
        <p:spPr>
          <a:xfrm>
            <a:off x="594360" y="1325880"/>
            <a:ext cx="10881360" cy="1325880"/>
          </a:xfrm>
          <a:prstGeom prst="rect">
            <a:avLst/>
          </a:prstGeom>
          <a:noFill/>
          <a:ln/>
        </p:spPr>
        <p:txBody>
          <a:bodyPr wrap="square" lIns="0" tIns="0" rIns="0" bIns="0" rtlCol="0" anchor="t"/>
          <a:lstStyle/>
          <a:p>
            <a:pPr indent="0" marL="0">
              <a:buNone/>
            </a:pPr>
            <a:r>
              <a:rPr lang="en-US" sz="1800" dirty="0">
                <a:solidFill>
                  <a:srgbClr val="23333A"/>
                </a:solidFill>
              </a:rPr>
              <a:t>On 20 September the shop had no authentication. The 25 September update introduced password hashing and opaque sessions for shoppers and operators. That closes the old identification risk, while service authorization is still open. An operator role in a record is not an enforced permission.</a:t>
            </a:r>
            <a:endParaRPr lang="en-US" sz="1800" dirty="0"/>
          </a:p>
        </p:txBody>
      </p:sp>
      <p:sp>
        <p:nvSpPr>
          <p:cNvPr id="4" name="Text 2"/>
          <p:cNvSpPr/>
          <p:nvPr/>
        </p:nvSpPr>
        <p:spPr>
          <a:xfrm>
            <a:off x="594360" y="6446520"/>
            <a:ext cx="10881360" cy="182880"/>
          </a:xfrm>
          <a:prstGeom prst="rect">
            <a:avLst/>
          </a:prstGeom>
          <a:noFill/>
          <a:ln/>
        </p:spPr>
        <p:txBody>
          <a:bodyPr wrap="square" lIns="0" tIns="0" rIns="0" bIns="0" rtlCol="0" anchor="ctr"/>
          <a:lstStyle/>
          <a:p>
            <a:pPr indent="0" marL="0">
              <a:buNone/>
            </a:pPr>
            <a:r>
              <a:rPr lang="en-US" sz="1000" dirty="0">
                <a:solidFill>
                  <a:srgbClr val="52646B"/>
                </a:solidFill>
              </a:rPr>
              <a:t>2 / 2    Delivery discussion copy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Retail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risks</dc:title>
  <dc:subject>Working team papers</dc:subject>
  <dc:creator>Delivery team</dc:creator>
  <cp:lastModifiedBy>Delivery team</cp:lastModifiedBy>
  <cp:revision>1</cp:revision>
  <dcterms:created xsi:type="dcterms:W3CDTF">2026-10-20T00:00:00Z</dcterms:created>
  <dcterms:modified xsi:type="dcterms:W3CDTF">2026-10-20T00:00:00Z</dcterms:modified>
</cp:coreProperties>
</file>