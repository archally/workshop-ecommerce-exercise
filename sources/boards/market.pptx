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paper. Desired outcomes and proposed work are not measured production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847"/>
                </a:solidFill>
              </a:rPr>
              <a:t>What might shoppers tolerate?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3333A"/>
                </a:solidFill>
              </a:rPr>
              <a:t>Market working assumption, 19 October: electronics shoppers will accept cancel-and-reorder rather than edits after placing an order. Support doubts that for wrong quantities. We have no interviews or volumes to settle this; ask what can be changed after submission before investing in amendment.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46B"/>
                </a:solidFill>
              </a:rPr>
              <a:t>1 / 1    Delivery discussion copy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Retail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</dc:title>
  <dc:subject>Working team papers</dc:subject>
  <dc:creator>Delivery team</dc:creator>
  <cp:lastModifiedBy>Delivery team</cp:lastModifiedBy>
  <cp:revision>1</cp:revision>
  <dcterms:created xsi:type="dcterms:W3CDTF">2026-10-20T00:00:00Z</dcterms:created>
  <dcterms:modified xsi:type="dcterms:W3CDTF">2026-10-20T00:00:00Z</dcterms:modified>
</cp:coreProperties>
</file>